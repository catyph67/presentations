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9D8DC-4432-45F7-AD45-BFADF0E205CD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FC9B6-7901-4DA9-AD10-4E596732FC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97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EA828-1CBB-4EF1-AA79-E15FC967C8F3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95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0901-9F96-4547-BA0B-6B7807D037EF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82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67EB-1114-415C-B7B5-F087C42B1B6F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67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559A-FC40-4E9D-BCAA-A948693654E9}" type="datetime1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245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329D-C21A-4241-B0FC-2E72A44D7090}" type="datetime1">
              <a:rPr lang="ru-RU" smtClean="0"/>
              <a:t>16.11.2025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45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FED6-5C03-4764-8A25-4DE58C1DBF74}" type="datetime1">
              <a:rPr lang="ru-RU" smtClean="0"/>
              <a:t>16.11.2025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87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D03-DBED-4046-832A-5DDDA6443EC8}" type="datetime1">
              <a:rPr lang="ru-RU" smtClean="0"/>
              <a:t>16.11.2025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71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CF784C-75A5-4AED-9666-127EB8EF910B}" type="datetime1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0425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0DD-79C2-47EF-80BA-054E195C8416}" type="datetime1">
              <a:rPr lang="ru-RU" smtClean="0"/>
              <a:t>16.11.2025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0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AE41-43AF-4510-B05E-719577854FB6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64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FC482-C036-4281-BA24-F62FDA88E02E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87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24D855-A064-44A6-97F1-6D0CF2F10E12}" type="datetime1">
              <a:rPr lang="ru-RU" smtClean="0"/>
              <a:t>16.11.2025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2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29" r:id="rId2"/>
    <p:sldLayoutId id="2147484230" r:id="rId3"/>
    <p:sldLayoutId id="2147484231" r:id="rId4"/>
    <p:sldLayoutId id="2147484232" r:id="rId5"/>
    <p:sldLayoutId id="2147484233" r:id="rId6"/>
    <p:sldLayoutId id="2147484234" r:id="rId7"/>
    <p:sldLayoutId id="2147484235" r:id="rId8"/>
    <p:sldLayoutId id="2147484236" r:id="rId9"/>
    <p:sldLayoutId id="2147484237" r:id="rId10"/>
    <p:sldLayoutId id="214748423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40FEE-5795-45BE-95D2-9CAA1C78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dirty="0"/>
              <a:t>Сегментация событий во времени с использованием когнитивного самообучения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D04E51-AD72-4864-AD1F-70EFCECA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05954"/>
            <a:ext cx="10058400" cy="1143000"/>
          </a:xfrm>
        </p:spPr>
        <p:txBody>
          <a:bodyPr/>
          <a:lstStyle/>
          <a:p>
            <a:pPr algn="r"/>
            <a:r>
              <a:rPr lang="ru-RU" dirty="0"/>
              <a:t>Выполнил Иванов </a:t>
            </a:r>
            <a:r>
              <a:rPr lang="ru-RU" dirty="0" err="1"/>
              <a:t>кирилл</a:t>
            </a:r>
            <a:r>
              <a:rPr lang="ru-RU" dirty="0"/>
              <a:t> </a:t>
            </a:r>
            <a:r>
              <a:rPr lang="ru-RU" dirty="0" err="1"/>
              <a:t>александрович</a:t>
            </a:r>
            <a:r>
              <a:rPr lang="ru-RU" dirty="0"/>
              <a:t> 17 гр.</a:t>
            </a:r>
          </a:p>
        </p:txBody>
      </p:sp>
    </p:spTree>
    <p:extLst>
      <p:ext uri="{BB962C8B-B14F-4D97-AF65-F5344CB8AC3E}">
        <p14:creationId xmlns:p14="http://schemas.microsoft.com/office/powerpoint/2010/main" val="409556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Автоматическая сегментация событий в видео — ключевой элемент современных систем компьютерного зрения. Она позволяет определить моменты, когда одно действие завершается и начинается новое.</a:t>
            </a:r>
          </a:p>
          <a:p>
            <a:br>
              <a:rPr lang="ru-RU" sz="2400" dirty="0"/>
            </a:br>
            <a:r>
              <a:rPr lang="ru-RU" sz="2400" dirty="0"/>
              <a:t>Модели не нуждаются в разметке, а учатся, наблюдая видеопоток и пытаясь предсказать, что произойдёт в следующем кадре.</a:t>
            </a:r>
          </a:p>
          <a:p>
            <a:r>
              <a:rPr lang="ru-RU" sz="2400" dirty="0"/>
              <a:t>Именно предсказательное обучение и анализ ошибок лежат в основе подходов к сегментации, которые мы рассмотрим.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802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событие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985" y="1844712"/>
            <a:ext cx="3929293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Событие — это целостная единица действия с началом, серединой и завершением. Человек легко определяет эти границы, опираясь на динамику изображения.</a:t>
            </a:r>
            <a:br>
              <a:rPr lang="ru-RU" sz="2400" dirty="0"/>
            </a:b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6E7AC9-7580-4013-98FE-047A143F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78" y="1748901"/>
            <a:ext cx="7015564" cy="37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8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Когнитивная теория: наш мозг постоянно делает прогнозы относительно ближайшего будущего. Пока предсказания совпадают с реальностью, действие воспринимается как непрерывное.</a:t>
            </a:r>
            <a:r>
              <a:rPr lang="en-US" sz="2400" dirty="0"/>
              <a:t> </a:t>
            </a:r>
            <a:r>
              <a:rPr lang="ru-RU" sz="2400" dirty="0"/>
              <a:t>Но когда предсказание резко расходится с наблюдаемым, мы ощущаем смену события.</a:t>
            </a:r>
            <a:endParaRPr lang="en-US" sz="2400" dirty="0"/>
          </a:p>
          <a:p>
            <a:br>
              <a:rPr lang="ru-RU" sz="2400" dirty="0"/>
            </a:br>
            <a:r>
              <a:rPr lang="ru-RU" sz="2400" dirty="0"/>
              <a:t>Современные модели используют тот же принцип: они извлекают признаки кадра, предсказывают признаки следующего и по внезапному росту ошибки определяют границы.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51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 направления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/>
              <a:t>Временная сегментация — поиск границ по скачкам ошибки предсказания</a:t>
            </a:r>
            <a:r>
              <a:rPr lang="en-US" sz="24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Сегментация с вниманием — выделение значимых областей кадра</a:t>
            </a:r>
            <a:r>
              <a:rPr lang="en-US" sz="24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Пространственно-временная локализация — определение момента и места событий, формирование карты влияния.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517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структура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88" y="1896067"/>
            <a:ext cx="4993128" cy="4295007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Видео обрабатывается покадрово: CNN извлекает признаки, модель предсказывает будущие признаки.</a:t>
            </a:r>
            <a:r>
              <a:rPr lang="en-US" sz="2400" dirty="0"/>
              <a:t> </a:t>
            </a:r>
          </a:p>
          <a:p>
            <a:r>
              <a:rPr lang="ru-RU" sz="2400" dirty="0"/>
              <a:t>Внезапные изменения приводят к росту ошибки предсказания — и становятся сигналом о новой фазе события.</a:t>
            </a:r>
            <a:r>
              <a:rPr lang="en-US" sz="2400" dirty="0"/>
              <a:t> </a:t>
            </a:r>
          </a:p>
          <a:p>
            <a:r>
              <a:rPr lang="ru-RU" sz="2400" dirty="0"/>
              <a:t>При сильном отклонении модель обновляет своё внутреннее состояние и начинает формировать прогнозы заново уже в контексте нового события.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88EE92-111F-42BE-95EE-7535A4467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51" y="1896068"/>
            <a:ext cx="6265866" cy="383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8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первого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В основе простая идея, если модель умеет предсказывать признаки следующего кадра, то момент, когда предсказание проваливается, и является границей события.</a:t>
            </a:r>
          </a:p>
          <a:p>
            <a:br>
              <a:rPr lang="ru-RU" sz="2400" dirty="0"/>
            </a:br>
            <a:r>
              <a:rPr lang="ru-RU" sz="2400" dirty="0"/>
              <a:t>Это аналогично человеческому восприятию: мы замечаем переход в новое действие, когда что-то идёт «не так», как мы ожидали.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7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BD4DB-DDBF-4828-B18D-305505F23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93"/>
          <a:stretch/>
        </p:blipFill>
        <p:spPr>
          <a:xfrm>
            <a:off x="6404295" y="1845734"/>
            <a:ext cx="5057962" cy="442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2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Рекуррентное предсказание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108863" cy="4023360"/>
          </a:xfrm>
        </p:spPr>
        <p:txBody>
          <a:bodyPr>
            <a:normAutofit/>
          </a:bodyPr>
          <a:lstStyle/>
          <a:p>
            <a:r>
              <a:rPr lang="ru-RU" sz="2400" dirty="0"/>
              <a:t>LSTM использует предшествующие кадры, чтобы предсказывать следующий. Она хранит состояние текущего события.</a:t>
            </a:r>
            <a:endParaRPr lang="en-US" sz="2400" dirty="0"/>
          </a:p>
          <a:p>
            <a:br>
              <a:rPr lang="en-US" sz="2400" dirty="0"/>
            </a:br>
            <a:r>
              <a:rPr lang="ru-RU" sz="2400" dirty="0"/>
              <a:t>Предсказанные признаки сравниваются с реальными.</a:t>
            </a:r>
            <a:r>
              <a:rPr lang="en-US" sz="2400" dirty="0"/>
              <a:t> </a:t>
            </a:r>
            <a:r>
              <a:rPr lang="ru-RU" sz="2400" dirty="0"/>
              <a:t>Если они совпадают, модель понимает, что динамика продолжается.</a:t>
            </a:r>
            <a:r>
              <a:rPr lang="en-US" sz="2400" dirty="0"/>
              <a:t> </a:t>
            </a:r>
            <a:r>
              <a:rPr lang="ru-RU" sz="2400" dirty="0"/>
              <a:t>Различие указывает на неожиданное изменение — это и есть сигнал о границе события.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EB3D73-AAAE-4966-93AE-91F6FFFA2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40" b="5611"/>
          <a:stretch/>
        </p:blipFill>
        <p:spPr>
          <a:xfrm>
            <a:off x="7440936" y="1845734"/>
            <a:ext cx="3939859" cy="33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потерь при самообучении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07" y="1845734"/>
            <a:ext cx="4313619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Модель минимизирует разницу между предсказанными и реальными признаками.</a:t>
            </a:r>
            <a:endParaRPr lang="en-US" sz="2400" dirty="0"/>
          </a:p>
          <a:p>
            <a:br>
              <a:rPr lang="ru-RU" sz="2400" dirty="0"/>
            </a:br>
            <a:r>
              <a:rPr lang="ru-RU" sz="2400" dirty="0"/>
              <a:t>Потери не зависят от разметки: достаточно видеопотока.</a:t>
            </a:r>
            <a:br>
              <a:rPr lang="ru-RU" sz="2400" dirty="0"/>
            </a:br>
            <a:r>
              <a:rPr lang="ru-RU" sz="2400" dirty="0"/>
              <a:t>Такой подход особенно ценен при больших объёмах данных, где ручная разметка невозможна.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9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801FB7-3458-49D0-8326-322C8225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63"/>
          <a:stretch/>
        </p:blipFill>
        <p:spPr>
          <a:xfrm>
            <a:off x="5008229" y="1752219"/>
            <a:ext cx="6834508" cy="44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6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Промежуточный итог по первой версии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9800019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Первая версия показывает, что временную структуру событий можно извлечь без разметки, анализируя только предсказания и их ошибки.</a:t>
            </a:r>
            <a:br>
              <a:rPr lang="ru-RU" sz="2400" dirty="0"/>
            </a:br>
            <a:r>
              <a:rPr lang="ru-RU" sz="2400" dirty="0"/>
              <a:t>Это фундамент для более сложных подходов.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B89201-B7FF-436C-BECC-207C28A64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871885"/>
            <a:ext cx="992643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9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версия</a:t>
            </a:r>
            <a:r>
              <a:rPr lang="en-US" dirty="0"/>
              <a:t> </a:t>
            </a:r>
            <a:r>
              <a:rPr lang="ru-RU" dirty="0"/>
              <a:t>метода: </a:t>
            </a:r>
            <a:br>
              <a:rPr lang="ru-RU" dirty="0"/>
            </a:br>
            <a:r>
              <a:rPr lang="ru-RU" dirty="0"/>
              <a:t>механизм внимания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825348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Модель не только пытается предсказать признаки следующего кадра, но и учится выделять наиболее важные участки изображения. </a:t>
            </a:r>
          </a:p>
          <a:p>
            <a:r>
              <a:rPr lang="ru-RU" sz="2400" dirty="0"/>
              <a:t>В этой версии используется механизм внимания, который позволяет модели лучше понимать, что именно в кадре отвечает за изменения в динамике происходящего.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70568A-CD3E-451B-BD83-8D0C0484F2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2" t="1787" r="7959"/>
          <a:stretch/>
        </p:blipFill>
        <p:spPr>
          <a:xfrm>
            <a:off x="6888057" y="536895"/>
            <a:ext cx="5183701" cy="550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25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внимания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Для реализации внимания важно сохранить </a:t>
            </a:r>
            <a:r>
              <a:rPr lang="ru-RU" sz="2400" dirty="0" err="1"/>
              <a:t>пространственность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/>
              <a:t>Поэтому признаки представляются не как вектор, а как карта (</a:t>
            </a:r>
            <a:r>
              <a:rPr lang="ru-RU" sz="2400" dirty="0" err="1"/>
              <a:t>grid</a:t>
            </a:r>
            <a:r>
              <a:rPr lang="ru-RU" sz="2400" dirty="0"/>
              <a:t>), где каждая ячейка соответствует области изображения. Модель видит где происходят изменения.</a:t>
            </a:r>
          </a:p>
          <a:p>
            <a:endParaRPr lang="ru-RU" sz="2400" dirty="0"/>
          </a:p>
          <a:p>
            <a:r>
              <a:rPr lang="ru-RU" sz="2400" dirty="0"/>
              <a:t>Модель анализирует карту признаков и определяет, какие области сильнее всего влияют на будущее состояние.</a:t>
            </a:r>
            <a:br>
              <a:rPr lang="ru-RU" sz="2400" dirty="0"/>
            </a:br>
            <a:r>
              <a:rPr lang="ru-RU" sz="2400" dirty="0"/>
              <a:t>Эти веса передаются в предсказательную часть, усиливая важные регионы.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52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Улучшение точности сегментации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Благодаря вниманию: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ru-RU" sz="2400" dirty="0"/>
              <a:t> Предсказания становятся устойчивее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Calibri" panose="020F0502020204030204" pitchFamily="34" charset="0"/>
              <a:buChar char="•"/>
            </a:pPr>
            <a:r>
              <a:rPr lang="en-US" sz="2400" dirty="0"/>
              <a:t> </a:t>
            </a:r>
            <a:r>
              <a:rPr lang="ru-RU" sz="2400" dirty="0"/>
              <a:t>Сегментация реже ошибается внутри событий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Calibri" panose="020F0502020204030204" pitchFamily="34" charset="0"/>
              <a:buChar char="•"/>
            </a:pPr>
            <a:r>
              <a:rPr lang="en-US" sz="2400" dirty="0"/>
              <a:t> </a:t>
            </a:r>
            <a:r>
              <a:rPr lang="ru-RU" sz="2400" dirty="0"/>
              <a:t>Границы определяются точнее, особенно при шуме и колебаниях камеры.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Модель автоматически фокусируется на значимых частях сцены — руках, движущихся объектах.</a:t>
            </a:r>
            <a:r>
              <a:rPr lang="en-US" sz="2400" dirty="0"/>
              <a:t> </a:t>
            </a:r>
            <a:r>
              <a:rPr lang="ru-RU" sz="2400" dirty="0"/>
              <a:t>Карта внимания делает решения модели интерпретируемыми.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0785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второй версии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15623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Внимание приближает работу модели к человеческому восприятию.</a:t>
            </a:r>
          </a:p>
          <a:p>
            <a:br>
              <a:rPr lang="ru-RU" sz="2400" dirty="0"/>
            </a:br>
            <a:r>
              <a:rPr lang="ru-RU" sz="2400" dirty="0"/>
              <a:t>Модель игнорирует фон, концентрируется на ключевых объектах и лучше отделяет один этап действия от другого.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14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5DA7B5-F038-44CA-B5E5-722D72380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75"/>
          <a:stretch/>
        </p:blipFill>
        <p:spPr>
          <a:xfrm>
            <a:off x="5542804" y="1845734"/>
            <a:ext cx="6038474" cy="4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70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Третья версия метода: пространственно-временная локализация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681123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Теперь модель не только определяет момент смены действия, но и указывает, </a:t>
            </a:r>
            <a:r>
              <a:rPr lang="ru-RU" sz="2400" i="1" dirty="0"/>
              <a:t>где именно</a:t>
            </a:r>
            <a:r>
              <a:rPr lang="ru-RU" sz="2400" dirty="0"/>
              <a:t> в кадре произошло изменение.</a:t>
            </a:r>
          </a:p>
          <a:p>
            <a:br>
              <a:rPr lang="ru-RU" sz="2400" dirty="0"/>
            </a:br>
            <a:r>
              <a:rPr lang="ru-RU" sz="2400" dirty="0"/>
              <a:t>Это объединяет внимание и анализ ошибок в единую систему.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A8AE1F-3711-4EC9-9370-0122EF642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84"/>
          <a:stretch/>
        </p:blipFill>
        <p:spPr>
          <a:xfrm>
            <a:off x="4778403" y="1843078"/>
            <a:ext cx="6878696" cy="44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8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внимания с локализацией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Механизм внимания усиливается анализом чувствительности ошибки к разным областям кадра. Область, которая больше всего влияет на ошибку, считается инициатором события.</a:t>
            </a:r>
          </a:p>
          <a:p>
            <a:endParaRPr lang="ru-RU" sz="2400" dirty="0"/>
          </a:p>
          <a:p>
            <a:r>
              <a:rPr lang="ru-RU" sz="2400" dirty="0"/>
              <a:t>Маска — это карта, показывающая вклад каждого региона в ошибку предсказания. Она визуализирует «причину» события, делая выводы модели понятными.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108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 маски и временной сегментации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Ошибка определяет </a:t>
            </a:r>
            <a:r>
              <a:rPr lang="ru-RU" sz="2400" i="1" dirty="0"/>
              <a:t>когда</a:t>
            </a:r>
            <a:r>
              <a:rPr lang="ru-RU" sz="2400" dirty="0"/>
              <a:t> произошло событие.</a:t>
            </a:r>
            <a:br>
              <a:rPr lang="ru-RU" sz="2400" dirty="0"/>
            </a:br>
            <a:r>
              <a:rPr lang="ru-RU" sz="2400" dirty="0"/>
              <a:t>Маска — </a:t>
            </a:r>
            <a:r>
              <a:rPr lang="ru-RU" sz="2400" i="1" dirty="0"/>
              <a:t>где и почему</a:t>
            </a:r>
            <a:r>
              <a:rPr lang="ru-RU" sz="2400" dirty="0"/>
              <a:t>.</a:t>
            </a:r>
            <a:br>
              <a:rPr lang="ru-RU" sz="2400" dirty="0"/>
            </a:br>
            <a:r>
              <a:rPr lang="ru-RU" sz="2400" dirty="0"/>
              <a:t>Вместе они дают полную картину перехода между действиями.</a:t>
            </a:r>
          </a:p>
          <a:p>
            <a:r>
              <a:rPr lang="ru-RU" sz="2400" dirty="0"/>
              <a:t>Модель выделяет руку, начинающую новое действие, объект, резко меняющий траекторию, или область, инициирующую изменение.</a:t>
            </a:r>
            <a:br>
              <a:rPr lang="ru-RU" sz="2400" dirty="0"/>
            </a:br>
            <a:r>
              <a:rPr lang="ru-RU" sz="2400" dirty="0"/>
              <a:t>Локализация получается интуитивной и легко интерпретируемой.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1857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пространственно-временной локализации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Пространственная маска делает модель устойчивой к шуму, отвлекающим движениям, изменениям освещения и смещению камеры.</a:t>
            </a:r>
            <a:br>
              <a:rPr lang="ru-RU" sz="2400" dirty="0"/>
            </a:br>
            <a:r>
              <a:rPr lang="ru-RU" sz="2400" dirty="0"/>
              <a:t>Фокус сохраняется на ключевых областях действия.</a:t>
            </a:r>
          </a:p>
          <a:p>
            <a:r>
              <a:rPr lang="ru-RU" sz="2400" dirty="0"/>
              <a:t>Совмещение времени и пространства делает метод применимым в робототехнике, видеонаблюдении, анализе поведения и других сферах, где важно понимать не только момент, но и место события.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252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трёх подходов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ru-RU" sz="2400" dirty="0"/>
              <a:t>Первая версия — выделение временных границ по ошибке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 Вторая — добавление внимания, что делает метод устойчивее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 Третья — локализация, указание области, вызвавшей переход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 Каждая версия расширяет возможности предыдущей.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504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рассмотренных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/>
              <a:t>Методы хорошо работают при шуме, нестабильном освещении, движении камеры, сложных фоновых условиях. Особенно это проявляется в продвинутой версии с локализацией.</a:t>
            </a:r>
          </a:p>
          <a:p>
            <a:r>
              <a:rPr lang="ru-RU" sz="2400" dirty="0"/>
              <a:t>Разметка видео — крайне трудоёмкая задача.</a:t>
            </a:r>
            <a:br>
              <a:rPr lang="ru-RU" sz="2400" dirty="0"/>
            </a:br>
            <a:r>
              <a:rPr lang="ru-RU" sz="2400" dirty="0"/>
              <a:t>Самообучающиеся методы снимают эту необходимость, позволяя масштабировать обработку и анализ.</a:t>
            </a:r>
          </a:p>
          <a:p>
            <a:r>
              <a:rPr lang="ru-RU" sz="2400" dirty="0"/>
              <a:t>Модели показывают, почему они определили границу: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 Ошибка предсказания — причина временного перехода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 Карта внимания — важные области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 Маска — область, инициировавшая изменение.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6743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Сложные сцены с множеством движений, статичные видео и чрезмерный шум могут усложнить сегментацию.</a:t>
            </a:r>
          </a:p>
          <a:p>
            <a:br>
              <a:rPr lang="ru-RU" sz="2800" dirty="0"/>
            </a:br>
            <a:r>
              <a:rPr lang="ru-RU" sz="2800" dirty="0"/>
              <a:t>Но механизмы внимания и локализация частично компенсируют эти недостатки.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8914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Обнаружение аномалий, мониторинг движения, спортивный анализ, медицинские исследования, робототехника, автономные системы — все эти области выигрывают от самообучающейся сегментации событий.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9607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Модели способны понимать структуру действия без разметки, основываясь только на предсказании и анализе ошибок.</a:t>
            </a:r>
          </a:p>
          <a:p>
            <a:br>
              <a:rPr lang="ru-RU" sz="2800" dirty="0"/>
            </a:br>
            <a:r>
              <a:rPr lang="ru-RU" sz="2800" dirty="0"/>
              <a:t>Развитие методов от простой временной сегментации к применению механизма внимания и пространственной локализации.</a:t>
            </a:r>
          </a:p>
          <a:p>
            <a:br>
              <a:rPr lang="ru-RU" sz="2800" dirty="0"/>
            </a:br>
            <a:r>
              <a:rPr lang="ru-RU" sz="2800" dirty="0"/>
              <a:t>Методы становятся ближе к человеческому восприятию и обладают высокой практической ценностью.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2435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40FEE-5795-45BE-95D2-9CAA1C78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dirty="0"/>
              <a:t>Сегментация событий во времени с использованием когнитивного самообучения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D04E51-AD72-4864-AD1F-70EFCECA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05954"/>
            <a:ext cx="10058400" cy="1143000"/>
          </a:xfrm>
        </p:spPr>
        <p:txBody>
          <a:bodyPr/>
          <a:lstStyle/>
          <a:p>
            <a:pPr algn="r"/>
            <a:r>
              <a:rPr lang="ru-RU" dirty="0"/>
              <a:t>Выполнил Иванов </a:t>
            </a:r>
            <a:r>
              <a:rPr lang="ru-RU" dirty="0" err="1"/>
              <a:t>кирилл</a:t>
            </a:r>
            <a:r>
              <a:rPr lang="ru-RU" dirty="0"/>
              <a:t> </a:t>
            </a:r>
            <a:r>
              <a:rPr lang="ru-RU" dirty="0" err="1"/>
              <a:t>александрович</a:t>
            </a:r>
            <a:r>
              <a:rPr lang="ru-RU" dirty="0"/>
              <a:t> 17 гр.</a:t>
            </a:r>
          </a:p>
        </p:txBody>
      </p:sp>
    </p:spTree>
    <p:extLst>
      <p:ext uri="{BB962C8B-B14F-4D97-AF65-F5344CB8AC3E}">
        <p14:creationId xmlns:p14="http://schemas.microsoft.com/office/powerpoint/2010/main" val="116325978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671</Words>
  <Application>Microsoft Office PowerPoint</Application>
  <PresentationFormat>Широкоэкранный</PresentationFormat>
  <Paragraphs>105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Ретро</vt:lpstr>
      <vt:lpstr>Сегментация событий во времени с использованием когнитивного самообучения</vt:lpstr>
      <vt:lpstr>Введение</vt:lpstr>
      <vt:lpstr>Что такое событие</vt:lpstr>
      <vt:lpstr>Основная идея методов</vt:lpstr>
      <vt:lpstr>Три направления методов</vt:lpstr>
      <vt:lpstr>Общая структура методов</vt:lpstr>
      <vt:lpstr>Принцип работы первого метода</vt:lpstr>
      <vt:lpstr>Рекуррентное предсказание</vt:lpstr>
      <vt:lpstr>Функция потерь при самообучении</vt:lpstr>
      <vt:lpstr>Промежуточный итог по первой версии метода</vt:lpstr>
      <vt:lpstr>Вторая версия метода:  механизм внимания</vt:lpstr>
      <vt:lpstr>Реализация внимания</vt:lpstr>
      <vt:lpstr>Улучшение точности сегментации</vt:lpstr>
      <vt:lpstr>Результаты второй версии метода</vt:lpstr>
      <vt:lpstr>Третья версия метода: пространственно-временная локализация</vt:lpstr>
      <vt:lpstr>Архитектура внимания с локализацией</vt:lpstr>
      <vt:lpstr>Связь маски и временной сегментации</vt:lpstr>
      <vt:lpstr>Преимущества пространственно-временной локализации</vt:lpstr>
      <vt:lpstr>Сравнение трёх подходов</vt:lpstr>
      <vt:lpstr>Преимущества рассмотренных методов</vt:lpstr>
      <vt:lpstr>Ограничения </vt:lpstr>
      <vt:lpstr>Применение</vt:lpstr>
      <vt:lpstr>Общий итог</vt:lpstr>
      <vt:lpstr>Сегментация событий во времени с использованием когнитивного самообучения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Spit Bull</dc:creator>
  <cp:lastModifiedBy>Spit Bull</cp:lastModifiedBy>
  <cp:revision>13</cp:revision>
  <dcterms:created xsi:type="dcterms:W3CDTF">2025-11-16T17:18:29Z</dcterms:created>
  <dcterms:modified xsi:type="dcterms:W3CDTF">2025-11-16T20:43:01Z</dcterms:modified>
</cp:coreProperties>
</file>